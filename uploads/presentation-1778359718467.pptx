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HTML Overview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Introduction to HTML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HTML stands for HyperText Markup Language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Used for structuring and presenting content on the web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Not a programming language, but a markup language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Version 5 is the current standard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 diagram showing the basic structure of an HTML document]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Basic HTML Elements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Tags are used to define elements, such as headings and paragraphs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Elements can contain attributes, such as id and class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Content can be text, images, or other media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Elements can be nested to create complex structures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An example of HTML code with various elements highlighted]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Document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basic HTML document consists of a doctype declaration, html, head, and body elements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head element contains metadata about the document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body element contains the content of the document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Other elements, such as title and script, can be included in the head or body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 simple HTML document structure with each section labeled]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Semantic Elements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Introduced in HTML5 to provide better structure to web pages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Examples include header, nav, main, section, article, and footer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Help search engines and screen readers understand the content and layout of a page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Improve accessibility and usability of web pages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An example of a web page with semantic elements used to define different sections]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Forms and Input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Forms are used to collect user input, such as text, passwords, and files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Input elements, such as text, radio, and checkbox, are used to collect data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Form data can be submitted to a server for processing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Validation attributes can be used to ensure user input is correct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An example of an HTML form with various input elements and validation messages]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HTML Multimedia and Interactive Elements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video and audio elements are used to embed multimedia content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canvas element is used to create dynamic graphics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script element is used to add interactive functionality with JavaScript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iframe element is used to embed external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 web page with a video player, audio controls, and interactive graphics]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Best Practices for HTML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 a consistent naming convention for elements and attributes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Test and validate HTML code to ensure it is error-free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 semantic elements to improve accessibility and structure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Keep HTML code separate from CSS and JavaScript code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A checklist of best practices for HTML development, with a code editor and browser in the background]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2026-05-09T20:48:38Z</dcterms:created>
  <dcterms:modified xsi:type="dcterms:W3CDTF">2026-05-09T20:48:38Z</dcterms:modified>
</cp:coreProperties>
</file>