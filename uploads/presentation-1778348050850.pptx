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Saas: Bulutli dasturiy ta'minotning to'liq ko'rib chiqilishi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1-slay]: Saas nima? Asosiy tushunchalar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 - (Software as a Service) - Dasturiy ta'minotni xizmat sifatida taqdim etish.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Bu dasturiy ta'minotni sotib olib, o'rnatish o'rniga, uni internet orqali ijaraga olish imkonini beradi.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Mijozlar dasturdan veb-brauzer yoki maxsus ilova orqali foydalanadi.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Dasturiy ta'minotni yetkazib beruvchi kompaniya serverlarida joylashtiriladi va boshqariladi.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Shaxsiy kompyuterga o'rnatish va texnik xizmat ko'rsatishga hojat yo'q.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Bulutda joylashgan dasturiy ta'minotni anglatuvchi stilize qilingan bulut belgisi va undan chiqayotgan turli dasturiy ilovalar ramzlari.]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2-slay]: Saasning asosiy afzalliklari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Chiqimni kamaytirish: Dastlabki xarid va o'rnatish xarajatlari yo'q.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Tezkor joriy etish: Dasturni o'rnatishga vaqt sarflamay, darhol foydalanishni boshlash mumkin.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Samaradorlik va moslashuvchanlik: Ish joyidan qat'i nazar, istalgan vaqtda va istalgan joydan kirish imkoniyati.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Avtomatik yangilanishlar: Yetkazib beruvchi dasturiy ta'minotni doimiy yangilab turadi.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Skalallanish qobiliyati: Foydalanuvchilar soni yoki xizmat ehtiyojlari oshganda tizimni osongina kengaytirish mumkin.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Qimmatbaho toshlar bilan to'ldirilgan xazina sandig'i, undan tushayotgan tangalar va yuqoriga ko'tarilayotgan grafik chiziqlar, samaradorlik va moliyaviy tejamkorlikni aks ettiradi.]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3-slay]: Saasning kamchiliklari va xavflari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Internetga bog'liqlik: Internet ulanishi bo'lmasa, dasturdan foydalanish mumkin emas.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Ma'lumotlar xavfsizligi va maxfiylik: Yetkazib beruvchiga ma'lumotlar ishonchliligi va maxfiyligini ishonish kerak.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Yetkazib beruvchiga bog'liqlik: Yetkazib beruvchi faoliyatini to'xtatsa yoki xizmatni to'xtatsa muammolar yuzaga kelishi mumkin.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Moslashtirish cheklovlari: Ba'zi Saas ilovalari cheklangan moslashtirish imkoniyatlariga ega bo'lishi mumkin.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Integratsiya muammolari: Mavjud tizimlar bilan integratsiya qilish murakkab bo'lishi mumkin.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Zanjir bilan bog'langan planshet va kompyuter, internet simvolidan uzilgan, shuningdek, qal'a ichidagi ma'lumotlar shaklidagi qulf.]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4-slay]: Saasning keng tarqalgan turlari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Mijozlarni boshqarish tizimlari (CRM): Salesforce, HubSpot.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Boshqaruv resurslarini rejalashtirish (ERP): SAP, Oracle NetSuite.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Boshqaruv va hamkorlik vositalari: Google Workspace, Microsoft 365.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Moliya va buxgalteriya dasturlari: QuickBooks Online, Xero.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Loyihalarni boshqarish dasturlari: Asana, Trello, Jira.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Turli xil logotiplar (masalan, Salesforce, Google Workspace, Microsoft 365) joylashgan plakat, ular turli sohalarda Saasdan foydalanishni ko'rsatadi.]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5-slay]: Saasni tanlashda nimalarga e'tibor berish kerak?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Ehtiyojlaringizni aniqlang: Sizga qanday funksiyalarni taqdim etishi kerakligini aniqlang.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Ishonchlilik va xavfsizlik: Yetkazib beruvchining xavfsizlik sertifikatlari va ma'lumotlarni himoya qilish siyosatini tekshiring.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Narxlanish modeli: Oylik yoki yillik obuna narxlarini va qo'shimcha to'lovlarni tahlil qiling.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Mijozlarni qo'llab-quvvatlash: Texnik qo'llab-quvvatlashning mavjudligi va sifatini baholang.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Moslashuvchanlik va integratsiya: Dastur sizning mavjud tizimlaringiz bilan moslashishi va integratsiya qilinishi mumkinligini tekshiring.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Magnit lupa bilan qarab turgan odam, uning ostida turli xil parametrlar (narx, xavfsizlik, qo'llab-quvvatlash) belgilanmoqda.]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6-slay]: Saas va boshqa bulutli xizmatlar (PaaS, IaaS)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Saas: Tayyor dasturiy ta'minotni ijaraga olish.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PaaS (Platform as a Service): Dasturchilar uchun dastur yaratishga imkon beruvchi platformani taqdim etish.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IaaS (Infrastructure as a Service): Kompyuter resurslari (serverlar, saqlash, tarmoqlar) ni ijaraga olish.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 - eng yuqori darajada abstraksiya qilingan xizmat.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Har bir turli xizmat o'ziga xos ehtiyojlar va foydalanuvchilar uchun mo'ljallangan.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Piramida shaklidagi diagramma: pastki qismida IaaS (infratuzilma), o'rtasida PaaS (platforma), yuqorisida esa Saas (dasturiy ta'minot) joylashgan.]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7-slay]: Saasning kelajagi va tendensiyalari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AI va mashinani o'rganish integratsiyasi: Intellektual xususiyatlarni yanada kuchaytirish.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Niche Saas yechimlari: Muayyan sanoatlar yoki vazifalar uchun ixtisoslashgan dasturlar.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No-code/Low-code platformalari bilan hamkorlik: Foydalanuvchilarga o'z ilovalarini yaratishda yordam berish.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Etik va shaxsiy ma'lumotlarni himoya qilishga e'tiborning ortishi.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 ekotizimlarining rivojlanishi: Bir-biri bilan integratsiya qilingan ko'plab Saas mahsulotlarining paydo bo'lishi.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 aks ettiruvchi futuristik texnologiyalar (masalan, AI belgilari, murakkab interfeyslar) va dunyo xaritasi, undan turli yo'nalishlarga yoyilayotgan qanotlar.]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2026-05-09T17:34:10Z</dcterms:created>
  <dcterms:modified xsi:type="dcterms:W3CDTF">2026-05-09T17:34:10Z</dcterms:modified>
</cp:coreProperties>
</file>