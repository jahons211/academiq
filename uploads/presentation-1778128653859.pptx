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Salom in O'zbek tili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umumiy ma'lumoti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- O'zbek tilidagi xush kelibsiz, salomlashish ma'nolari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Salomlashishning turli xillari: salom, salomat, xush kelibsiz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- tilimizdagi muhim so'z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bayrog'i, tilshunoslik bo'yicha qo'llanma]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tarixi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O'zbek tilidan keltirib chiqarilgan bo'ylishi mumkin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fors tilidan kelib chiqqan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eng murakkab so'zlaridan biridir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Tarixiy fotosuratlar, fors tilining tarkibi]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Salomlashishning turli xillari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Salomlashishning turli xillari: salom, salomat, xush kelibsiz, salomlik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Salomlashishning turli xillari - tilimizdagi muhim nuqta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xalqi, salomlashishning turli xillari]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ma'nolari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xush kelibsiz, salomlashish ma'nolarini anglatadi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xalqi, xush kelibsiz ma'nolarini anglatadi]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tilida foydalanish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xalqi, xush kelibsiz ma'nolarini anglatadi]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tilida foydalanishning yodgorliklari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xalqi, xush kelibsiz ma'nolarini anglatadi]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Salom so'zining tilida foydalanishning manbalar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Salom so'zi - tilimizdagi muhim so'z, tilimizdagi xush kelibsiz ma'nolarini anglatadi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O'zbekiston xalqi, xush kelibsiz ma'nolarini anglatadi]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2026-05-07T04:37:33Z</dcterms:created>
  <dcterms:modified xsi:type="dcterms:W3CDTF">2026-05-07T04:37:33Z</dcterms:modified>
</cp:coreProperties>
</file>