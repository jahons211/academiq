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Kelajak: Ovozi Sharqiyoziyot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Kelajak: Tavsifi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 – Sharqiy O‘zbekiston Respublikasining markaziy rayoni.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Maydoni 6 300 km2.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Aholisi taxminan 3 700 000 kishi.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joylashgan joyidagi xaritalar]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Kelajakning Iqlimi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Kelajakning iqlimi nam iqlimdir.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Yillik oʻrtacha yogʻin miqdori 220 mm.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Yil davomida harorat 12 - 38 °C.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iqlimiga oid tasvirlar]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Kelajakning Ekonomiyasi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Kelajakning asosiy sanoat tarmoqlari – qishloq xoʻjaligi, mashinasozlik va kimyo.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paxta, sholi, arpa, shakarqamish, sabzavot va mevalar yetishtiriladi.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mashinasozlik korxonalarida avtobuslar, traktorlar, vagonlar, kiyim-kechak va boshqalar ishlab chiqariladi.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sanoat korxonlariga oid rasmlar]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Kelajakning Madaniyati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tarixiy meʼmoriy yodgorliklar – Amir Temur ziyoratgohi, Sharqiy Buxoro ziyoratgohi, Sulton Bobo maqbarasi – saqlanib qolgan.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turli madaniy tadbirlar – Navroʻz bayrami, Ramazon oyining oʻziga xos bayrami – oʻtkaziladi.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tarixiy yodgorliklari]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Kelajakning Tabiatiy Resurslari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koʻp miqdorda mineral suvlar mavjud.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neft, gaz, kul, oltin, mis, qoʻrgʻoshin va boshqalar minerallar uchraydi.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qoʻziganlar, qaragʻaylar, angora choʻchqalari, qoramollar, parrandachilar – boqiladi.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tabiatiy resurslariga oid tasvirlar]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Kelajakning Transporti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avtomobil yoʻllari, temir yoʻllar, daryolar – mavjud.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Kelajakdan Sharqiy O‘zbekistonning boshqa shaharlari bilan avtomobil yoʻllari orqali bogʻlangan.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temir yoʻllar orqali Sharqiy O‘zbekistonning boshqa shaharlari bilan bogʻlangan.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transport tizimiga oid rasmlar]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Kelajak: Jumla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 – Sharqiy O‘zbekistonning muhim rayoni.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Kelajakda tarixiy madaniy yodgorliklar, tabiatiy resurslar – saqlanib qolgan.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Kelajakning iqlimi, ekologiyasi – o‘ziga xos.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Kelajakning umumiy ko'rinishi]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2026-05-06T21:39:32Z</dcterms:created>
  <dcterms:modified xsi:type="dcterms:W3CDTF">2026-05-06T21:39:32Z</dcterms:modified>
</cp:coreProperties>
</file>