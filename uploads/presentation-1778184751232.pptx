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HTML: Veb Dasturlarini Yo'nalish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HTML: Ma'lumotlari Tahlili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(HyperText Markup Language) - veb saytlarning tuzilishi uchun ishlatiladigan dasturlash tilidir.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Ushbu tilning maqsadi - veb sahifaning ma'lumotlarini tavsiflash va veb saytning tuzilishini yaxshilash.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5 taqvimda veb dasturlashga asosiy tizim hisoblanadi.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 5 taqvimning logo tasvirini ko'rsatuvchi rasm]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Elementlari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elementlari - veb saytning tuzilishini tashkil qiladigan asosiy komponentlar.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Elementlar - taglarni ifodalashga qodir, taglar - HTML elementlarni tavsiflash uchun ishlatiladigan belgilar.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Misol uchun: &lt;p&gt;, &lt;h1&gt;, &lt;img&gt; elementlari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 elementlarining namunasi bo'lgan rasm]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Doktrinalari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doktrinalari - veb saytning tuzilishini shakllantirishga qodir.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Doktrinalar - elementlarni tavsiflash uchun ishlatiladigan atamalar.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Misol uchun: &lt;div&gt; - hujjat elementi, &lt;span&gt; - so'z elementi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 doktrinalari bo'yicha namuna rasm]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Attribute va Value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attribute va value - elementlar uchun tavsiflash ma'lumotlarini belgilashga qodir.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Attribute - elementga tavsiflash ma'lumotlarini berish uchun ishlatiladigan atama.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Value - elementga tavsiflash ma'lumotlarining qiymati.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 attribute va value namunasi bo'lgan rasm]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Strukturasi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strukturasi - veb saytning tuzilishini tashkil qiladigan elementlararo munosabatlarni tavsiflashga qodir.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Strukturasi - elementlararo munosabatlarni tavsiflash uchun ishlatiladigan belgilar.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Misol uchun: &lt;html&gt;, &lt;head&gt;, &lt;body&gt; strukturasi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 strukturasi bo'yicha namuna rasm]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Fayllarini Hazirlash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fayllarini hazirlash - veb dasturlashga tegishli bo'lgan muhim vazifa.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Fayllarni hazirlash - HTML elementlarini tavsiflash va veb saytning tuzilishini yaxshilash uchun ishlatiladigan tizim.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 fayllarini hazirlash bo'yicha namuna rasm]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Kengaytmasi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kengaytmasi - veb dasturlashga tegishli bo'lgan muhim tizim.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Kengaytmasi - HTML elementlarini tavsiflash va veb saytning tuzilishini yaxshilash uchun ishlatiladigan tizim.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 kengaytmasi bo'yicha namuna rasm]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2026-05-07T20:12:31Z</dcterms:created>
  <dcterms:modified xsi:type="dcterms:W3CDTF">2026-05-07T20:12:31Z</dcterms:modified>
</cp:coreProperties>
</file>