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SaaS haqida detal'li taqdimot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SaaSning asoslari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SaaS - Software as a Service deb nomlanadi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Bu tizimda foydalanuvchi to'lovni amaldagi tizimga to'lashi kerak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Foydalanuvchi tizimdan foydalanish uchun muntazam ravishda pul to'lashi kerak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SaaSning asosiy principi]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SaaSning afzalliklari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SaaSni foydalanishdan foydalanuvchi foydalanishni osonlashtiradi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Foydalanuvchi tizimni qo'llab-quvvatlashni qilish uchun xodimlar kabi noan'anaviy no'xat mahsulotlarni sifatli va foydali xodimlar kabi jalb qilish kerak bo'ladi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Foydalanuvchi tizimni qo'llab-quvvatlashni qilish uchun noan'anaviy no'xat mahsulotlarni sifatli va foydali xodimlar kabi jalb qilish kerak bo'ladi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Foydalanuvchi tizimni qo'llab-quvvatlashni osonlashtirish]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SaaSning kamchiliklari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SaaS tizimi foydalanuvchi uchun noan'anaviy no'xat mahsulotlarni jalb qilish uchun xodimlar kabi no'xat xodimlar kabi jalb qiladi.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Foydalanuvchi tizimni qo'llab-quvvatlashni qilish uchun no'xat mahsulotlarni sifatli va foydali xodimlar kabi jalb qilish kerak bo'ladi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SaaS tizimi foydalanuvchi uchun noan'anaviy no'xat mahsulotlarni jalb qilish uchun xodimlar kabi no'xat xodimlar kabi jalb qiladi.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SaaSning kamchiliklari]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SaaS turlari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Klassik SaaS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Bu tizimda foydalanuvchi uchun noan'anaviy no'xat mahsulotlarni jalb qilish uchun xodimlar kabi no'xat xodimlar kabi jalb qiladi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Foydalanuvchi tizimni qo'llab-quvvatlashni qilish uchun no'xat mahsulotlarni sifatli va foydali xodimlar kabi jalb qilish kerak bo'ladi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Klassik SaaS]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SaaSning sifatini oshirish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SaaSni qo'llab-quvvatlashni qilish uchun xodimlar kabi no'xat xodimlar kabi jalb qilish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Foydalanuvchi tizimni qo'llab-quvvatlashni qilish uchun no'xat mahsulotlarni sifatli va foydali xodimlar kabi jalb qilish kerak bo'ladi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SaaSni qo'llab-quvvatlashni qilish uchun xodimlar kabi no'xat xodimlar kabi jalb qilish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SaaSni qo'llab-quvvatlashni oshirish]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SaaSning biznes modeli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SaaSning biznes modeli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Foydalanuvchi tizimni qo'llab-quvvatlashni qilish uchun no'xat mahsulotlarni sifatli va foydali xodimlar kabi jalb qilish kerak bo'ladi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SaaSni qo'llab-quvvatlashni qilish uchun xodimlar kabi no'xat xodimlar kabi jalb qilish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SaaSning biznes modeli]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SaaSning kelajagi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SaaSning kelajagi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SaaSni qo'llab-quvvatlashni qilish uchun xodimlar kabi no'xat xodimlar kabi jalb qilish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Foydalanuvchi tizimni qo'llab-quvvatlashni qilish uchun no'xat mahsulotlarni sifatli va foydali xodimlar kabi jalb qilish kerak bo'ladi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SaaSning kelajagi]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2026-05-07T04:52:15Z</dcterms:created>
  <dcterms:modified xsi:type="dcterms:W3CDTF">2026-05-07T04:52:15Z</dcterms:modified>
</cp:coreProperties>
</file>