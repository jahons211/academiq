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HTML: Veb Sahifalar Tilining Asoslari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1. Kirish: HTML Nima?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 (HyperText Markup Language) — veb sahifalarni yaratish va tuzilishini belgilash uchun ishlatiladigan standart belgilar tili.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 veb-brauzerlarga sahifaning mazmunini (matn, tasvirlar, havolalar va boshqalar) qanday ko'rsatish kerakligini aytadi.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Internetning asosi va har qanday veb-saytning qurilish bloki hisoblanadi.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Tim Berners-Lee tomonidan 1990-yillarning boshlarida ishlab chiqilgan.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World Wide Web logosi, brauzer belgisi yoki dastlabki internet tasviri.]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2. HTML Hujjatining Asosiy Tuzilishi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Har bir HTML hujjati asosiy elementlar to'plamiga ega.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&lt;!DOCTYPE html&gt;: Hujjat turini belgilaydi (HTML5 uchun).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&lt;html&gt;: Butun HTML hujjatini o'rab turuvchi ildiz elementi.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&lt;head&gt;: Hujjat haqidagi meta ma'lumotlarni (sarlavha, charset, CSS bog'lanmalari) o'z ichiga oladi.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&lt;body&gt;: Veb sahifada ko'rsatiladigan barcha kontentni (matn, tasvirlar, videolar va boshqalar) o'z ichiga oladi.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Html, head va body teglarining joylashishini ko'rsatuvchi vizual diagramma, ehtimol kichik kod parchasi bilan.]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3. Asosiy HTML Teglari (1-qism)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Sarlavhalar: &lt;h1&gt; dan &lt;h6&gt; gacha (har xil darajadagi sarlavhalarni belgilash uchun).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Paragraflar: &lt;p&gt; (matn bloklarini yaratish uchun).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Havolalar: &lt;a&gt; (boshqa sahifalarga yoki sayt ichidagi bo'limlarga ulanish uchun).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Tasvirlar: &lt;img&gt; (veb sahifaga rasmlarni qo'shish uchun).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Matn, havolalar va tasvirlarni ifodalovchi piktogrammalar yoki har bir teg uchun kichik kod misollari.]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4. Asosiy HTML Teglari (2-qism)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Ro'yxatlar: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&lt;ul&gt; (tartibsiz ro'yxatlar) va &lt;ol&gt; (tartibli ro'yxatlar).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&lt;li&gt; (ro'yxat elementlari).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Jadvallar: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&lt;table&gt; (jadval yaratish uchun).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&lt;tr&gt; (jadval qatori), &lt;th&gt; (jadval sarlavhasi), &lt;td&gt; (jadval ma'lumoti).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Blok va Inlayn elementlar: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&lt;div&gt; (blok darajasidagi umumiy konteyner).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&lt;span&gt; (inlayn darajasidagi umumiy konteyner).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Oddiy jadval tartibi, markazlangan ro'yxat va raqamlangan ro'yxat, ehtimol umumiy div/span quti diagrammasi bilan.]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5. HTML Atributlari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Atributlar: HTML elementlariga qo'shimcha ma'lumot beradi va ularning xatti-harakatini yoki tashqi ko'rinishini o'zgartiradi.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Ular har doim boshlang'ich tegda joylashadi va nomi/qiymati juftligi shaklida yoziladi (masalan, `attribute="value"`).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Keng tarqalgan atributlar: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href: Havola manzilini belgilash (&lt;a&gt; tegi uchun).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src: Tasvir manzilini belgilash (&lt;img&gt; tegi uchun).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alt: Tasvirning muqobil matni (&lt;img&gt; tegi uchun).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class: Elementga CSS stillarini qo'llash uchun sinf nomini berish.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id: Elementga noyob identifikator berish (JavaScript yoki CSS uchun).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style: Elementga ichki CSS stillarini qo'llash.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Bir nechta atributlar bilan HTML tegini ko'rsatuvchi rasm (masalan, &lt;a href="url" target="_blank" class="button"&gt;).]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6. HTML5 Yangiliklari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HTMLning eng so'nggi va eng ko'p qo'llaniladigan versiyasi.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Semantik elementlar: &lt;header&gt;, &lt;nav&gt;, &lt;section&gt;, &lt;article&gt;, &lt;footer&gt;, &lt;aside&gt; kabi kontent tuzilishini aniqroq belgilovchi teglar.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Multimedia imkoniyatlari: &lt;audio&gt; va &lt;video&gt; teglar yordamida audio va videolarni bevosita qo'shish.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Shakl takomillashtirishlari: email, url, date, number kabi yangi `input` turlari.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Canvas va SVG: Veb sahifada grafik tasvirlarni chizish va animatsiya qilish uchun.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Video, audio, geolokatsiya va semantik teglar kabi yangi HTML5 funksiyalarini ifodalovchi piktogrammalar. Ehtimol HTML5 logotipi.]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7. Xulosa va Keyingi Qadamlar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 veb-sayt qurilishi uchun poydevor hisoblanadi. U kontentning strukturasi va mazmunini belgilaydi.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Keyingi qadamlar: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CSS (Cascading Style Sheets): Veb sahifalarning tashqi ko'rinishi va stilini boshqarish.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JavaScript: Veb sahifalarni interaktiv va dinamik qilish.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Resurslar: Mozilla Developer Network (MDN), W3Schools, freeCodeCamp kabi platformalarda HTMLni chuqurroq o'rganish.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Amaliyot muhim: Bilimlarni mustahkamlash uchun o'zingizning loyihalaringizni yarating.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HTML -&gt; CSS -&gt; JavaScript o'tishini ko'rsatuvchi yo'l xaritasi yoki oqim diagrammasi. Yoki kitoblar/onlayn resurslar belgilari.]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2026-05-09T16:48:45Z</dcterms:created>
  <dcterms:modified xsi:type="dcterms:W3CDTF">2026-05-09T16:48:45Z</dcterms:modified>
</cp:coreProperties>
</file>