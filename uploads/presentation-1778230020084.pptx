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14400" y="1371600"/>
            <a:ext cx="7315200" cy="1828800"/>
          </a:xfrm>
          <a:prstGeom prst="rect">
            <a:avLst/>
          </a:prstGeom>
          <a:solidFill>
            <a:srgbClr val="F1F1F1"/>
          </a:solidFill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363636"/>
                </a:solidFill>
              </a:rPr>
              <a:t>DASTURLASH: Tadbirlar Ochishniy Boshqarish</a:t>
            </a:r>
            <a:endParaRPr lang="en-US" sz="4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G'oyibgacha Tadbirlar Ochishniy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Dasturlashga xatarlar tug'ilishi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Dasturlashda xatoliklarni aniqlash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Dasturlashga xatarlar tug'ilishining oldini olish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Dasturlashda xatoliklar tug'ilishining tasviri]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DASTURLASH TURLARI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Server-side dasturlash tili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Client-side dasturlash tili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Mobile dasturlash tili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Dasturlash turlari diagrammasi]</a:t>
            </a:r>
            <a:endParaRPr lang="en-US" sz="1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DASTURLASH XATARLARI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SQL injeksiya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Cross-Site Scripting (XSS)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Cross-Site Request Forgery (CSRF)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Dasturlash xatarlari tasviri]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DASTURLASH OCHISHNIY BOSHQARISH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Tayyorlashtirish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Tartibga solish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Boshqarish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Dasturlash ochishniy boshqarish jarayoni]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DASTURLASH OCHISHNIY TAYYORLASHTIRISH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Dasturlash dastlabki tahlili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Dasturlashni tahlil qilish uchun boshqaruvchi yaratish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Tashqi manbalarga kirish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Dasturlash ochishniy tayyorlash jarayoni]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DASTURLASH OCHISHNIY BOSHQARUVCHI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Tashqi manbalarga kirish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Dasturlashni tahlil qilish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Xatoliklarni aniqlash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Dasturlash ochishniy boshqaruvchi tasviri]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45720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088CC"/>
                </a:solidFill>
              </a:rPr>
              <a:t>DASTURLASH OCHISHNIY SAMARALIYIGI</a:t>
            </a:r>
            <a:endParaRPr lang="en-US" sz="3200" dirty="0"/>
          </a:p>
        </p:txBody>
      </p:sp>
      <p:sp>
        <p:nvSpPr>
          <p:cNvPr id="3" name="Text 1"/>
          <p:cNvSpPr/>
          <p:nvPr/>
        </p:nvSpPr>
        <p:spPr>
          <a:xfrm>
            <a:off x="457200" y="1371600"/>
            <a:ext cx="8229600" cy="3657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Xatoliklarni aniqlashning samaraliyigi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Dasturlashni tahlil qilishning samaraliyigi</a:t>
            </a:r>
            <a:endParaRPr lang="en-US" sz="1800" dirty="0"/>
          </a:p>
          <a:p>
            <a:pPr indent="0" marL="0">
              <a:buNone/>
            </a:pPr>
            <a:endParaRPr lang="en-US" sz="1800" dirty="0"/>
          </a:p>
          <a:p>
            <a:pPr indent="0" marL="0">
              <a:buNone/>
            </a:pPr>
            <a:r>
              <a:rPr lang="en-US" sz="1800" dirty="0">
                <a:solidFill>
                  <a:srgbClr val="333333"/>
                </a:solidFill>
              </a:rPr>
              <a:t>Dasturlash ochishniy boshqarishning samaraliyigi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457200" y="50292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i="1" dirty="0">
                <a:solidFill>
                  <a:srgbClr val="999999"/>
                </a:solidFill>
              </a:rPr>
              <a:t>[Image Idea: Dasturlash ochishniy samaraliyigi tasviri]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2026-05-08T08:47:00Z</dcterms:created>
  <dcterms:modified xsi:type="dcterms:W3CDTF">2026-05-08T08:47:00Z</dcterms:modified>
</cp:coreProperties>
</file>